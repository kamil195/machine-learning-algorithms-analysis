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8950036" cy="555567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/>
              <a:t>                       Data </a:t>
            </a:r>
            <a:r>
              <a:rPr lang="en-US" sz="4000" dirty="0"/>
              <a:t>Mining </a:t>
            </a:r>
            <a:r>
              <a:rPr lang="en-US" sz="4000" dirty="0" smtClean="0"/>
              <a:t>Project</a:t>
            </a:r>
            <a:br>
              <a:rPr lang="en-US" sz="4000" dirty="0" smtClean="0"/>
            </a:br>
            <a:r>
              <a:rPr lang="en-US" sz="4000" dirty="0" smtClean="0"/>
              <a:t>            Using of different </a:t>
            </a:r>
            <a:r>
              <a:rPr lang="en-US" sz="4000" dirty="0" err="1" smtClean="0"/>
              <a:t>Alogorithm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2400" dirty="0" err="1"/>
              <a:t>Kamil</a:t>
            </a:r>
            <a:r>
              <a:rPr lang="en-US" sz="2400" dirty="0"/>
              <a:t> Shah</a:t>
            </a:r>
            <a:br>
              <a:rPr lang="en-US" sz="2400" dirty="0"/>
            </a:br>
            <a:r>
              <a:rPr lang="en-US" sz="2400" dirty="0"/>
              <a:t>20221-33200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PCA (Principal Component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Dimensionality reduction technique</a:t>
            </a:r>
          </a:p>
          <a:p>
            <a:r>
              <a:rPr dirty="0"/>
              <a:t>Transforms features into principal components</a:t>
            </a:r>
          </a:p>
          <a:p>
            <a:r>
              <a:rPr dirty="0"/>
              <a:t>Helps visualize variance in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16" y="1052181"/>
            <a:ext cx="7297168" cy="4753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Used for classification problems</a:t>
            </a:r>
          </a:p>
          <a:p>
            <a:r>
              <a:t>Outputs probabilities for each class</a:t>
            </a:r>
          </a:p>
          <a:p>
            <a:r>
              <a:t>Evaluated with accuracy and confusion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39" y="1"/>
            <a:ext cx="8802887" cy="28678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9" y="2687782"/>
            <a:ext cx="8589817" cy="39762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Predicts continuous numeric values</a:t>
            </a:r>
          </a:p>
          <a:p>
            <a:r>
              <a:t>Used Diabetes dataset for testing</a:t>
            </a:r>
          </a:p>
          <a:p>
            <a:r>
              <a:t>Evaluated using MSE and R²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304801"/>
            <a:ext cx="7229061" cy="55153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Visualizes frequency distribution of data</a:t>
            </a:r>
          </a:p>
          <a:p>
            <a:r>
              <a:t>Example: Sepal Length in Iris dataset</a:t>
            </a:r>
          </a:p>
          <a:p>
            <a:r>
              <a:t>Shows shape and spread of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964"/>
            <a:ext cx="8950036" cy="63730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(K-Means)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Unsupervised learning method</a:t>
            </a:r>
          </a:p>
          <a:p>
            <a:r>
              <a:t>Groups data into K clusters</a:t>
            </a:r>
          </a:p>
          <a:p>
            <a:r>
              <a:t>Evaluated using silhouette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9" y="110836"/>
            <a:ext cx="8257308" cy="63453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Splits dataset into train/test subsets</a:t>
            </a:r>
          </a:p>
          <a:p>
            <a:r>
              <a:t>Random and Stratified sampling used</a:t>
            </a:r>
          </a:p>
          <a:p>
            <a:r>
              <a:t>Maintains balance across classes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1" y="263236"/>
            <a:ext cx="8811491" cy="63038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Bayesian Neural Network (BNN)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Neural network with uncertainty estimation</a:t>
            </a:r>
          </a:p>
          <a:p>
            <a:r>
              <a:t>Learns probabilistic boundaries</a:t>
            </a:r>
          </a:p>
          <a:p>
            <a:r>
              <a:t>Achieved classification accuracy similar to logistic regression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4" y="96982"/>
            <a:ext cx="8922326" cy="66086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Vector Machine (SVM)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Finds best hyperplane for classification</a:t>
            </a:r>
          </a:p>
          <a:p>
            <a:r>
              <a:t>Can use linear or non-linear kernels</a:t>
            </a:r>
          </a:p>
          <a:p>
            <a:r>
              <a:t>Performed strongly on Iris dataset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1" y="124691"/>
            <a:ext cx="8548253" cy="67333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CF-Tree (BIRCH)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Efficient clustering for large datasets</a:t>
            </a:r>
          </a:p>
          <a:p>
            <a:r>
              <a:t>Builds hierarchical clustering feature tree</a:t>
            </a:r>
          </a:p>
          <a:p>
            <a:r>
              <a:t>Compact representation of clusters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124691"/>
            <a:ext cx="8977745" cy="67333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k-Nearest Neighbor (k-NN)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Classifies based on closest neighbors</a:t>
            </a:r>
          </a:p>
          <a:p>
            <a:r>
              <a:t>Simple and effective non-parametric method</a:t>
            </a:r>
          </a:p>
          <a:p>
            <a:r>
              <a:t>High accuracy achieved with k=5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6" y="0"/>
            <a:ext cx="8908473" cy="676101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Genetic Algorithm (GA)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Optimization using selection, crossover, mutation</a:t>
            </a:r>
          </a:p>
          <a:p>
            <a:r>
              <a:t>Applied for feature selection</a:t>
            </a:r>
          </a:p>
          <a:p>
            <a:r>
              <a:t>Discovered best subset of features improving accuracy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3" y="0"/>
            <a:ext cx="9047018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Multiclass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Extends binary classifiers to multiple classes</a:t>
            </a:r>
          </a:p>
          <a:p>
            <a:r>
              <a:t>One-vs-Rest and One-vs-One strategies</a:t>
            </a:r>
          </a:p>
          <a:p>
            <a:r>
              <a:t>Achieved high accuracy on Iris dataset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0"/>
            <a:ext cx="889461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229</Words>
  <Application>Microsoft Office PowerPoint</Application>
  <PresentationFormat>On-screen Show (4:3)</PresentationFormat>
  <Paragraphs>61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                       Data Mining Project             Using of different Alogorithm   Kamil Shah 20221-33200 </vt:lpstr>
      <vt:lpstr>PCA (Principal Component Analysis)</vt:lpstr>
      <vt:lpstr>PowerPoint Presentation</vt:lpstr>
      <vt:lpstr>Logistic Regression</vt:lpstr>
      <vt:lpstr>PowerPoint Presentation</vt:lpstr>
      <vt:lpstr>Linear Regression</vt:lpstr>
      <vt:lpstr>PowerPoint Presentation</vt:lpstr>
      <vt:lpstr>Histogram</vt:lpstr>
      <vt:lpstr>PowerPoint Presentation</vt:lpstr>
      <vt:lpstr>Clustering (K-Means)</vt:lpstr>
      <vt:lpstr>PowerPoint Presentation</vt:lpstr>
      <vt:lpstr>Sampling</vt:lpstr>
      <vt:lpstr>PowerPoint Presentation</vt:lpstr>
      <vt:lpstr>Bayesian Neural Network (BNN)</vt:lpstr>
      <vt:lpstr>PowerPoint Presentation</vt:lpstr>
      <vt:lpstr>Support Vector Machine (SVM)</vt:lpstr>
      <vt:lpstr>PowerPoint Presentation</vt:lpstr>
      <vt:lpstr>CF-Tree (BIRCH)</vt:lpstr>
      <vt:lpstr>PowerPoint Presentation</vt:lpstr>
      <vt:lpstr>k-Nearest Neighbor (k-NN)</vt:lpstr>
      <vt:lpstr>PowerPoint Presentation</vt:lpstr>
      <vt:lpstr>Genetic Algorithm (GA)</vt:lpstr>
      <vt:lpstr>PowerPoint Presentation</vt:lpstr>
      <vt:lpstr>Multiclass Classification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Project Implementation of 12 Algorithms Your Name | Roll No | Course | Date</dc:title>
  <dc:subject/>
  <dc:creator/>
  <cp:keywords/>
  <dc:description>generated using python-pptx</dc:description>
  <cp:lastModifiedBy>HP</cp:lastModifiedBy>
  <cp:revision>14</cp:revision>
  <dcterms:created xsi:type="dcterms:W3CDTF">2013-01-27T09:14:16Z</dcterms:created>
  <dcterms:modified xsi:type="dcterms:W3CDTF">2025-08-20T17:06:41Z</dcterms:modified>
  <cp:category/>
</cp:coreProperties>
</file>